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77" r:id="rId5"/>
    <p:sldId id="270" r:id="rId6"/>
    <p:sldId id="271" r:id="rId7"/>
    <p:sldId id="264" r:id="rId8"/>
    <p:sldId id="279" r:id="rId9"/>
    <p:sldId id="27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8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>
      <p:cViewPr varScale="1">
        <p:scale>
          <a:sx n="88" d="100"/>
          <a:sy n="88" d="100"/>
        </p:scale>
        <p:origin x="210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568" y="3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4/26/2026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75E098-F3D0-453C-BBF5-A7C840F21F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8F3F03-40A0-499D-BDCC-A8E886D9D7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88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FCB7-EC63-495B-9ED3-9E3A0892B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Overall Project Description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BE3555-8168-4DEE-B3B9-3186A75E16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pPr algn="l"/>
            <a:r>
              <a:rPr lang="en-US" dirty="0"/>
              <a:t>This section should include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/>
              <a:t>Research Problem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/>
              <a:t>Research Objectives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/>
              <a:t>Overall solution as a system diagram</a:t>
            </a:r>
          </a:p>
          <a:p>
            <a:pPr algn="l"/>
            <a:r>
              <a:rPr lang="en-US" sz="2000" b="1" u="sng" dirty="0"/>
              <a:t>Note: You should use “Overall Title and Content” Slide layout to add the details</a:t>
            </a:r>
          </a:p>
        </p:txBody>
      </p:sp>
    </p:spTree>
    <p:extLst>
      <p:ext uri="{BB962C8B-B14F-4D97-AF65-F5344CB8AC3E}">
        <p14:creationId xmlns:p14="http://schemas.microsoft.com/office/powerpoint/2010/main" val="4150955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279B01-6869-4979-ADC9-18D9486D0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Use Slide Layout “Overall Title and Content”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4C11C0-9458-44AA-961E-D5AA11BE53E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04800" y="1143000"/>
            <a:ext cx="11684000" cy="5181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You may use figures, descriptions, and facts related to give an overall idea about your system.</a:t>
            </a:r>
          </a:p>
          <a:p>
            <a:r>
              <a:rPr lang="en-US" dirty="0"/>
              <a:t>It is better a person, who is very good at presenting, does this explanation</a:t>
            </a:r>
          </a:p>
          <a:p>
            <a:r>
              <a:rPr lang="en-US" dirty="0">
                <a:solidFill>
                  <a:srgbClr val="FF0000"/>
                </a:solidFill>
              </a:rPr>
              <a:t>Following information should be covered in this section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Introduction to the overall project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Research Question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Objectives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Overall System Diagram </a:t>
            </a:r>
          </a:p>
          <a:p>
            <a:r>
              <a:rPr lang="en-US" dirty="0"/>
              <a:t>Then you can proceed to the individual student explanation</a:t>
            </a:r>
          </a:p>
        </p:txBody>
      </p:sp>
    </p:spTree>
    <p:extLst>
      <p:ext uri="{BB962C8B-B14F-4D97-AF65-F5344CB8AC3E}">
        <p14:creationId xmlns:p14="http://schemas.microsoft.com/office/powerpoint/2010/main" val="725102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E8883F-180F-41FF-B53F-EF49BD956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This section MUST include following sections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A53AEB1-B06A-4385-9D7D-63D45599F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Research Question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Specific and Sub 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Evidences for the completion</a:t>
            </a:r>
          </a:p>
          <a:p>
            <a:r>
              <a:rPr lang="en-US" sz="2000" b="1" u="sng" dirty="0"/>
              <a:t>Note: You should use “Individual Title and Content” Slide layout to add the details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232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F6FBBB-4C77-4A4B-BE54-96D3B0DF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1684000" cy="868362"/>
          </a:xfrm>
        </p:spPr>
        <p:txBody>
          <a:bodyPr>
            <a:normAutofit fontScale="90000"/>
          </a:bodyPr>
          <a:lstStyle/>
          <a:p>
            <a:r>
              <a:rPr lang="en-US" dirty="0"/>
              <a:t>Research Question, Specific and Sub Objectives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461F4-E6D8-4801-94AA-9B72FC99F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Use the slide layout “Individual Title and Content”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D9F080-0780-4554-8055-A289E0D4EDA8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658498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F6FBBB-4C77-4A4B-BE54-96D3B0DF3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461F4-E6D8-4801-94AA-9B72FC99F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Use the slide layout “Individual Title and Content”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A87EE8-2430-48CE-B467-8BD3100BC4EF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1239560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F6FBBB-4C77-4A4B-BE54-96D3B0DF3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Completion of the project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461F4-E6D8-4801-94AA-9B72FC99F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Use the slide layout “Individual Title and Content”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918CEE-3EE9-4768-90C7-A115F59361E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7212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BAACE6-3A32-4B05-86B9-0627EA641BA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2563680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E8883F-180F-41FF-B53F-EF49BD956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This section MUST include following sections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A53AEB1-B06A-4385-9D7D-63D45599F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Research Question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Specific and Sub 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Evidences for the completion</a:t>
            </a:r>
          </a:p>
          <a:p>
            <a:r>
              <a:rPr lang="en-US" sz="2000" b="1" u="sng" dirty="0"/>
              <a:t>Note: You should use “Individual Title and Content” Slide layout to add the details</a:t>
            </a: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2B7574-971C-4367-AE92-659BEDEF8BAF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4114882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F6FBBB-4C77-4A4B-BE54-96D3B0DF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1684000" cy="868362"/>
          </a:xfrm>
        </p:spPr>
        <p:txBody>
          <a:bodyPr>
            <a:normAutofit fontScale="90000"/>
          </a:bodyPr>
          <a:lstStyle/>
          <a:p>
            <a:r>
              <a:rPr lang="en-US" dirty="0"/>
              <a:t>Research Question, Specific and Sub Objectives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461F4-E6D8-4801-94AA-9B72FC99F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Use the slide layout “Individual Title and Content”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DBF228-4B29-4775-AE86-C4CEA3B1156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2207612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F6FBBB-4C77-4A4B-BE54-96D3B0DF3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461F4-E6D8-4801-94AA-9B72FC99F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Use the slide layout “Individual Title and Content”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A60EF3-4090-4DCA-9E5C-9FBCC317B9AB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2619686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F6FBBB-4C77-4A4B-BE54-96D3B0DF3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Completion of the project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461F4-E6D8-4801-94AA-9B72FC99F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Use the slide layout “Individual Title and Content”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25414B-AA6C-4871-B3DA-40C7A66D018F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717795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F25A2-0ABA-476F-93A9-CAE8E1CC4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6200"/>
            <a:ext cx="10363200" cy="1362075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3D551-122C-4719-815B-4B734524E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" y="609601"/>
            <a:ext cx="11250084" cy="5127848"/>
          </a:xfrm>
        </p:spPr>
        <p:txBody>
          <a:bodyPr/>
          <a:lstStyle/>
          <a:p>
            <a:r>
              <a:rPr lang="en-US" dirty="0"/>
              <a:t>Use IEEE referencing format</a:t>
            </a:r>
          </a:p>
        </p:txBody>
      </p:sp>
    </p:spTree>
    <p:extLst>
      <p:ext uri="{BB962C8B-B14F-4D97-AF65-F5344CB8AC3E}">
        <p14:creationId xmlns:p14="http://schemas.microsoft.com/office/powerpoint/2010/main" val="3250214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15195e-671e-423b-bef2-4f1205612242">
      <Terms xmlns="http://schemas.microsoft.com/office/infopath/2007/PartnerControls"/>
    </lcf76f155ced4ddcb4097134ff3c332f>
    <TaxCatchAll xmlns="db72c12f-87a4-44ab-bbc5-4cc8306b158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20DB7DB36DD49BC8150064CF95DD9" ma:contentTypeVersion="11" ma:contentTypeDescription="Create a new document." ma:contentTypeScope="" ma:versionID="09a63711f2dbd7894da13689bd478007">
  <xsd:schema xmlns:xsd="http://www.w3.org/2001/XMLSchema" xmlns:xs="http://www.w3.org/2001/XMLSchema" xmlns:p="http://schemas.microsoft.com/office/2006/metadata/properties" xmlns:ns2="b315195e-671e-423b-bef2-4f1205612242" xmlns:ns3="db72c12f-87a4-44ab-bbc5-4cc8306b158a" targetNamespace="http://schemas.microsoft.com/office/2006/metadata/properties" ma:root="true" ma:fieldsID="36ec432bc0e9198f487f79410c386895" ns2:_="" ns3:_="">
    <xsd:import namespace="b315195e-671e-423b-bef2-4f1205612242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195e-671e-423b-bef2-4f1205612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277F76-1780-466B-A13A-E95E5A6AC9C1}">
  <ds:schemaRefs>
    <ds:schemaRef ds:uri="http://schemas.microsoft.com/office/2006/metadata/properties"/>
    <ds:schemaRef ds:uri="http://schemas.microsoft.com/office/infopath/2007/PartnerControls"/>
    <ds:schemaRef ds:uri="b315195e-671e-423b-bef2-4f1205612242"/>
    <ds:schemaRef ds:uri="db72c12f-87a4-44ab-bbc5-4cc8306b158a"/>
  </ds:schemaRefs>
</ds:datastoreItem>
</file>

<file path=customXml/itemProps2.xml><?xml version="1.0" encoding="utf-8"?>
<ds:datastoreItem xmlns:ds="http://schemas.openxmlformats.org/officeDocument/2006/customXml" ds:itemID="{8EECDA20-4C66-4D08-91EB-782EF44CEB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1A9C79-84B4-455B-9912-D6EF6698CF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15195e-671e-423b-bef2-4f1205612242"/>
    <ds:schemaRef ds:uri="db72c12f-87a4-44ab-bbc5-4cc8306b15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Proposal-Presentation-Template</Template>
  <TotalTime>1</TotalTime>
  <Words>364</Words>
  <Application>Microsoft Office PowerPoint</Application>
  <PresentationFormat>Widescreen</PresentationFormat>
  <Paragraphs>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Adobe Devanagari</vt:lpstr>
      <vt:lpstr>Arial</vt:lpstr>
      <vt:lpstr>Calibri</vt:lpstr>
      <vt:lpstr>Cambria</vt:lpstr>
      <vt:lpstr>Wingdings</vt:lpstr>
      <vt:lpstr>Office Theme</vt:lpstr>
      <vt:lpstr>PowerPoint Presentation</vt:lpstr>
      <vt:lpstr>Overall Project Description</vt:lpstr>
      <vt:lpstr>Use Slide Layout “Overall Title and Content”</vt:lpstr>
      <vt:lpstr>PowerPoint Presentation</vt:lpstr>
      <vt:lpstr>This section MUST include following sections </vt:lpstr>
      <vt:lpstr>Research Question, Specific and Sub Objectives </vt:lpstr>
      <vt:lpstr>Methodology</vt:lpstr>
      <vt:lpstr>Completion of the project</vt:lpstr>
      <vt:lpstr>PowerPoint Presentation</vt:lpstr>
      <vt:lpstr>This section MUST include following sections </vt:lpstr>
      <vt:lpstr>Research Question, Specific and Sub Objectives </vt:lpstr>
      <vt:lpstr>Methodology</vt:lpstr>
      <vt:lpstr>Completion of the project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WAHALATHANTRI C D it22029386</dc:creator>
  <cp:lastModifiedBy>WAHALATHANTRI C D it22029386</cp:lastModifiedBy>
  <cp:revision>1</cp:revision>
  <dcterms:created xsi:type="dcterms:W3CDTF">2026-04-25T19:42:05Z</dcterms:created>
  <dcterms:modified xsi:type="dcterms:W3CDTF">2026-04-25T19:44:01Z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0x0101008DC20DB7DB36DD49BC8150064CF95DD9</vt:lpwstr>
  </property>
</Properties>
</file>